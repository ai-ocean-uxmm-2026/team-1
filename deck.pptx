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/>
        </p:txBody>
      </p:sp>
      <p:sp>
        <p:nvSpPr>
          <p:cNvPr id="4" name="Slide Image Placeholder"/>
          <p:cNvSpPr>
            <a:spLocks noGrp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0:00–0:20 | စုစုပေါင်း 1:00–1:20] ပစ္စည်းက ဘယ်ရောက်နေလဲ။ ခုနက ဗီဒီယိုထဲမှာ ဒီမေးခွန်းကို ဖြေဖို့ ဖုန်းဆက်ရ၊ စာရင်းပြန်ကြည့်ရတာ မြင်ခဲ့ပါတယ်။ ပို့တဲ့သူရော၊ လက်ခံမယ့်သူပါ အခြေအနေသိချင်ကြတယ်။ Oern က အဲဒီပို့ဆောင်မှုအချက်အလက်တွေကို တစ်နေရာတည်းမှာ စုစည်းဖို့ လုပ်ထားတာပါ။</a:t>
            </a:r>
          </a:p>
          <a:p>
            <a:r>
              <a:rPr/>
              <a:t>Photo: Traffic Jam in Yangon.JPG, mydaydream89, 19 December 2013, CC0 1.0. Historical context image, cropped. https://commons.wikimedia.org/wiki/File:Traffic_Jam_in_Yangon.JPG</a:t>
            </a:r>
          </a:p>
          <a:p>
            <a:r>
              <a:rPr/>
              <a:t>Typography: Padauk by SIL, OFL. https://software.sil.org/padauk/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0:20–0:45 | စုစုပေါင်း 1:20–1:45] အတိုဆုံးလမ်းက အမြန်ဆုံးဖြစ်မယ်လို့ ပြောလို့မရဘူး။ လမ်းတိုပေမယ့် လမ်းကြပ်ရင် ပိုကြာနိုင်တယ်။ ဘယ်ယာဉ်နဲ့ ပို့မှာလဲ၊ ဘယ်နေရာကို အရင်သွားမှာလဲဆိုတာလည်း ပါတယ်။ ဒါကြောင့် Oern မှာ အကွာအဝေးအပြင် ရနိုင်တဲ့ လမ်းအခြေအနေအချက်တွေကိုပါ ထည့်စဉ်းစားဖို့ ရည်ရွယ်ထားပါတယ်။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0:45–1:00 | စုစုပေါင်း 1:45–2:00] ဒါက Oern ပါ။ အော်ဒါခွဲပေးတာ၊ လမ်းကြောင်းကြည့်တာ၊ ပို့ဆောင်မှုအခြေအနေ ပြန်တင်တာတွေကို တစ်နေရာတည်းမှာ လုပ်နိုင်ဖို့ တည်ဆောက်ထားတဲ့ စမ်းသပ်ပုံစံပါ။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1:00–1:35 | စုစုပေါင်း 2:00–2:35] လမ်းရွေးတဲ့အခါ ရနိုင်တဲ့လမ်းအခြေအနေ၊ ယာဉ်အမျိုးအစားနဲ့ ပို့မယ့်အစဉ်ကို ကြည့်ပါတယ်။ ယာဉ်မောင်းက လမ်းပေါ်မှာတွေ့ရတဲ့အချက်ကို သတင်းပေးထားရင် အဲဒါကိုလည်း ထည့်စဉ်းစားဖို့ လုပ်ထားပါတယ်။ အချက်အလက် ဘယ်လောက်ရလဲဆိုတာပေါ် မူတည်ပြီး လမ်းကြောင်းတစ်ခု အကြံပြုမယ်။ အမြဲအမြန်ဆုံးရမယ်လို့ အာမခံတာမျိုးတော့ မဟုတ်ပါဘူး။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1:35–2:00 | စုစုပေါင်း 2:35–3:00] Oern ကို အဓိကသုံးမယ့်သူက ပို့ဆောင်ရေးလုပ်ငန်းတွေပါ။ သူတို့က အော်ဒါခွဲပေးပြီး အလုပ်အခြေအနေကို ကြည့်မယ်။ ပစ္စည်းပို့တဲ့သူက ကိုယ့်အလုပ်နဲ့ လမ်းကြောင်းကို ကြည့်မယ်။ ပစ္စည်းလက်ခံမယ့်သူကလည်း ပို့ဆောင်မှု ဘယ်အဆင့်ရောက်လဲ သိနိုင်ဖို့ စီစဉ်ထားပါတယ်။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2:00–2:25 | စုစုပေါင်း 3:00–3:25] ကျွန်တော်တို့ အဓိကထားတာ သုံးချက်ပါ။ အော်ဒါတစ်ခုကို ဘယ်သူတာဝန်ယူထားလဲ ရှင်းဖို့။ ပို့ဆောင်မှုရဲ့ နောက်ဆုံးအခြေအနေကို ပြန်ကြည့်နိုင်ဖို့။ နောက်တစ်ခုက ပစ္စည်းရောက်မှပေးတဲ့ငွေ၊ COD ကို မှတ်တမ်းထားနိုင်ဖို့ပါ။ ဒီအချက်တွေကို တစ်နေရာတည်းမှာ ချိတ်ထားဖို့ Oern ကို လုပ်ထားတာပါ။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2:00–2:25 | စုစုပေါင်း 3:00–3:25] ကျွန်တော်တို့ အဓိကထားတာ သုံးချက်ပါ။ အော်ဒါတစ်ခုကို ဘယ်သူတာဝန်ယူထားလဲ ရှင်းဖို့။ ပို့ဆောင်မှုရဲ့ နောက်ဆုံးအခြေအနေကို ပြန်ကြည့်နိုင်ဖို့။ နောက်တစ်ခုက ပစ္စည်းရောက်မှပေးတဲ့ငွေ၊ COD ကို မှတ်တမ်းထားနိုင်ဖို့ပါ။ ဒီအချက်တွေကို တစ်နေရာတည်းမှာ ချိတ်ထားဖို့ Oern ကို လုပ်ထားတာပါ။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2:25–2:50 | စုစုပေါင်း 3:25–3:50] ကျွန်တော်တို့က OnErrorResumeNext အဖွဲ့ပါ။ ထုတ်ကုန်၊ ဒီဇိုင်း၊ ဆော့ဖ်ဝဲရေးသားမှု၊ စမ်းသပ်စစ်ဆေးမှုနဲ့ လုပ်ငန်းပိုင်းတွေက လူရှစ်ယောက်ပေါင်းပြီး Oern ကို တည်ဆောက်ထားပါတယ်။ အခု လုပ်ထားတဲ့စမ်းသပ်ပုံစံကို ပြပါမယ်။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[Slides 2:50–3:00 | စုစုပေါင်း 3:50–4:00] ကဲ၊ အခု Oern ကို ဘယ်လိုသုံးလဲ ကြည့်ရအောင်။ ပို့ဆောင်ရေးလုပ်ငန်း၊ ပစ္စည်းပို့သူနဲ့ လက်ခံသူဘက်က မြင်ကွင်းတွေကို တစ်မိနစ်ဗီဒီယိုနဲ့ ပြပါမယ်။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4" name="hook"/>
          <p:cNvSpPr/>
          <p:nvPr/>
        </p:nvSpPr>
        <p:spPr>
          <a:xfrm>
            <a:off x="685800" y="1333500"/>
            <a:ext cx="528637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Where’s my</a:t>
            </a:r>
          </a:p>
          <a:p>
            <a:pPr algn="l">
              <a:def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delivery?</a:t>
            </a:r>
          </a:p>
        </p:txBody>
      </p:sp>
      <p:sp>
        <p:nvSpPr>
          <p:cNvPr id="5" name="problem"/>
          <p:cNvSpPr/>
          <p:nvPr/>
        </p:nvSpPr>
        <p:spPr>
          <a:xfrm>
            <a:off x="685800" y="3943350"/>
            <a:ext cx="4762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1pPr>
            <a:lvl2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2pPr>
            <a:lvl3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3pPr>
            <a:lvl4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4pPr>
            <a:lvl5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5pPr>
            <a:lvl6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6pPr>
            <a:lvl7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7pPr>
            <a:lvl8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8pPr>
            <a:lvl9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 sz="2850" b="0">
                <a:solidFill>
                  <a:srgbClr val="B94D2B"/>
                </a:solidFill>
                <a:latin typeface="Padauk"/>
                <a:ea typeface="Padauk"/>
                <a:cs typeface="Padauk"/>
              </a:rPr>
              <a:t>ဖုန်းဆက်မေးနေရတဲ့</a:t>
            </a:r>
          </a:p>
          <a:p>
            <a: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 sz="2850" b="0">
                <a:solidFill>
                  <a:srgbClr val="B94D2B"/>
                </a:solidFill>
                <a:latin typeface="Padauk"/>
                <a:ea typeface="Padauk"/>
                <a:cs typeface="Padauk"/>
              </a:rPr>
              <a:t>မေးခွန်းတစ်ခု</a:t>
            </a:r>
          </a:p>
        </p:txBody>
      </p:sp>
      <p:pic>
        <p:nvPicPr>
          <p:cNvPr id="54" name="Picture 6" descr="Pasted 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72175" y="0"/>
            <a:ext cx="6172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shortest"/>
          <p:cNvSpPr/>
          <p:nvPr/>
        </p:nvSpPr>
        <p:spPr>
          <a:xfrm>
            <a:off x="685800" y="1323975"/>
            <a:ext cx="102870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Shortest</a:t>
            </a:r>
          </a:p>
        </p:txBody>
      </p:sp>
      <p:sp>
        <p:nvSpPr>
          <p:cNvPr id="4" name="not-equal"/>
          <p:cNvSpPr/>
          <p:nvPr/>
        </p:nvSpPr>
        <p:spPr>
          <a:xfrm>
            <a:off x="685800" y="2609850"/>
            <a:ext cx="219075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0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≠</a:t>
            </a:r>
          </a:p>
        </p:txBody>
      </p:sp>
      <p:sp>
        <p:nvSpPr>
          <p:cNvPr id="5" name="fastest"/>
          <p:cNvSpPr/>
          <p:nvPr/>
        </p:nvSpPr>
        <p:spPr>
          <a:xfrm>
            <a:off x="2952750" y="2714625"/>
            <a:ext cx="84772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645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Fastest</a:t>
            </a:r>
          </a:p>
        </p:txBody>
      </p:sp>
      <p:sp>
        <p:nvSpPr>
          <p:cNvPr id="6" name="line"/>
          <p:cNvSpPr/>
          <p:nvPr/>
        </p:nvSpPr>
        <p:spPr>
          <a:xfrm>
            <a:off x="685800" y="4610100"/>
            <a:ext cx="10820400" cy="953"/>
          </a:xfrm>
          <a:prstGeom prst="line">
            <a:avLst/>
          </a:prstGeom>
          <a:noFill/>
          <a:ln w="19050">
            <a:solidFill>
              <a:srgbClr val="B94D2B"/>
            </a:solidFill>
            <a:prstDash val="solid"/>
          </a:ln>
        </p:spPr>
      </p:sp>
      <p:sp>
        <p:nvSpPr>
          <p:cNvPr id="7" name="explanation"/>
          <p:cNvSpPr/>
          <p:nvPr/>
        </p:nvSpPr>
        <p:spPr>
          <a:xfrm>
            <a:off x="685800" y="4895850"/>
            <a:ext cx="1066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850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850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လမ်းတိုပေမယ့် လမ်းကြောကြပ်ရင် ပိုကြာနိုင်ပါတယ်။</a:t>
            </a:r>
            <a:endParaRPr sz="2850" b="0">
              <a:solidFill>
                <a:srgbClr val="726457"/>
              </a:solidFill>
              <a:latin typeface="Padauk"/>
              <a:ea typeface="Padauk"/>
              <a:cs typeface="Padau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3" name="name"/>
          <p:cNvSpPr/>
          <p:nvPr/>
        </p:nvSpPr>
        <p:spPr>
          <a:xfrm>
            <a:off x="685800" y="1190625"/>
            <a:ext cx="61912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99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4" name="product"/>
          <p:cNvSpPr/>
          <p:nvPr/>
        </p:nvSpPr>
        <p:spPr>
          <a:xfrm>
            <a:off x="685800" y="2895600"/>
            <a:ext cx="6762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44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အော်ဒါတွေကို</a:t>
            </a:r>
          </a:p>
          <a:p>
            <a: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44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တစ်နေရာတည်းမှာ စီမံဖို့</a:t>
            </a:r>
            <a:endParaRPr sz="4425" b="1">
              <a:solidFill>
                <a:srgbClr val="342A25"/>
              </a:solidFill>
              <a:latin typeface="Padauk"/>
              <a:ea typeface="Padauk"/>
              <a:cs typeface="Padauk"/>
            </a:endParaRPr>
          </a:p>
          <a:p>
            <a:pPr algn="l">
              <a:defRPr sz="44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44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Platform</a:t>
            </a:r>
            <a:endParaRPr sz="4425" b="1">
              <a:solidFill>
                <a:srgbClr val="342A25"/>
              </a:solidFill>
              <a:latin typeface="Padauk"/>
              <a:ea typeface="Padauk"/>
              <a:cs typeface="Padauk"/>
            </a:endParaRPr>
          </a:p>
        </p:txBody>
      </p:sp>
      <p:pic>
        <p:nvPicPr>
          <p:cNvPr id="6" name="Shap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67625" y="1952625"/>
            <a:ext cx="3838575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952500"/>
            <a:ext cx="1057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487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Choosing the route</a:t>
            </a:r>
          </a:p>
        </p:txBody>
      </p:sp>
      <p:sp>
        <p:nvSpPr>
          <p:cNvPr id="4" name="intro"/>
          <p:cNvSpPr/>
          <p:nvPr/>
        </p:nvSpPr>
        <p:spPr>
          <a:xfrm>
            <a:off x="685800" y="191452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1pPr>
            <a:lvl2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2pPr>
            <a:lvl3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3pPr>
            <a:lvl4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4pPr>
            <a:lvl5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5pPr>
            <a:lvl6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6pPr>
            <a:lvl7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7pPr>
            <a:lvl8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8pPr>
            <a:lvl9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40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 sz="2400" b="0">
                <a:solidFill>
                  <a:srgbClr val="B94D2B"/>
                </a:solidFill>
                <a:latin typeface="Padauk"/>
                <a:ea typeface="Padauk"/>
                <a:cs typeface="Padauk"/>
              </a:rPr>
              <a:t>လမ်းအကွာအဝေးအပြင် ဒီအချက်တွေကိုပါ ကြည့်တယ်</a:t>
            </a:r>
          </a:p>
        </p:txBody>
      </p:sp>
      <p:sp>
        <p:nvSpPr>
          <p:cNvPr id="5" name="row-0"/>
          <p:cNvSpPr/>
          <p:nvPr/>
        </p:nvSpPr>
        <p:spPr>
          <a:xfrm>
            <a:off x="685800" y="2857500"/>
            <a:ext cx="1082040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6" name="label-0"/>
          <p:cNvSpPr/>
          <p:nvPr/>
        </p:nvSpPr>
        <p:spPr>
          <a:xfrm>
            <a:off x="685800" y="2895600"/>
            <a:ext cx="4829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23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လမ်းအခြေအနေ</a:t>
            </a:r>
          </a:p>
        </p:txBody>
      </p:sp>
      <p:sp>
        <p:nvSpPr>
          <p:cNvPr id="7" name="detail-0"/>
          <p:cNvSpPr/>
          <p:nvPr/>
        </p:nvSpPr>
        <p:spPr>
          <a:xfrm>
            <a:off x="5800725" y="2895600"/>
            <a:ext cx="57054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17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လမ်းပိတ်လား၊ လမ်းကြပ်လား</a:t>
            </a:r>
          </a:p>
        </p:txBody>
      </p:sp>
      <p:sp>
        <p:nvSpPr>
          <p:cNvPr id="8" name="row-1"/>
          <p:cNvSpPr/>
          <p:nvPr/>
        </p:nvSpPr>
        <p:spPr>
          <a:xfrm>
            <a:off x="685800" y="3552825"/>
            <a:ext cx="1082040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9" name="label-1"/>
          <p:cNvSpPr/>
          <p:nvPr/>
        </p:nvSpPr>
        <p:spPr>
          <a:xfrm>
            <a:off x="685800" y="3590925"/>
            <a:ext cx="4829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23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သွားမယ့်ယာဉ်</a:t>
            </a:r>
          </a:p>
        </p:txBody>
      </p:sp>
      <p:sp>
        <p:nvSpPr>
          <p:cNvPr id="10" name="detail-1"/>
          <p:cNvSpPr/>
          <p:nvPr/>
        </p:nvSpPr>
        <p:spPr>
          <a:xfrm>
            <a:off x="5800725" y="3590925"/>
            <a:ext cx="57054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17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ဘယ်ယာဉ်နဲ့ ပို့မှာလဲ</a:t>
            </a:r>
          </a:p>
        </p:txBody>
      </p:sp>
      <p:sp>
        <p:nvSpPr>
          <p:cNvPr id="11" name="row-2"/>
          <p:cNvSpPr/>
          <p:nvPr/>
        </p:nvSpPr>
        <p:spPr>
          <a:xfrm>
            <a:off x="685800" y="4248150"/>
            <a:ext cx="1082040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12" name="label-2"/>
          <p:cNvSpPr/>
          <p:nvPr/>
        </p:nvSpPr>
        <p:spPr>
          <a:xfrm>
            <a:off x="685800" y="4286250"/>
            <a:ext cx="4829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23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ပို့မယ့်အမှတ်စဉ်</a:t>
            </a:r>
            <a:endParaRPr sz="2325" b="1">
              <a:solidFill>
                <a:srgbClr val="342A25"/>
              </a:solidFill>
              <a:latin typeface="Padauk"/>
              <a:ea typeface="Padauk"/>
              <a:cs typeface="Padauk"/>
            </a:endParaRPr>
          </a:p>
        </p:txBody>
      </p:sp>
      <p:sp>
        <p:nvSpPr>
          <p:cNvPr id="13" name="detail-2"/>
          <p:cNvSpPr/>
          <p:nvPr/>
        </p:nvSpPr>
        <p:spPr>
          <a:xfrm>
            <a:off x="5800725" y="4286250"/>
            <a:ext cx="57054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17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ဘယ်နေရာကို အရင်ပို့မလဲ</a:t>
            </a:r>
          </a:p>
        </p:txBody>
      </p:sp>
      <p:sp>
        <p:nvSpPr>
          <p:cNvPr id="14" name="row-3"/>
          <p:cNvSpPr/>
          <p:nvPr/>
        </p:nvSpPr>
        <p:spPr>
          <a:xfrm>
            <a:off x="685800" y="4943475"/>
            <a:ext cx="1082040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15" name="label-3"/>
          <p:cNvSpPr/>
          <p:nvPr/>
        </p:nvSpPr>
        <p:spPr>
          <a:xfrm>
            <a:off x="685800" y="4981575"/>
            <a:ext cx="4829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325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2325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Driver ရဲ့ Local knowledge</a:t>
            </a:r>
            <a:endParaRPr sz="2325" b="1">
              <a:solidFill>
                <a:srgbClr val="342A25"/>
              </a:solidFill>
              <a:latin typeface="Padauk"/>
              <a:ea typeface="Padauk"/>
              <a:cs typeface="Padauk"/>
            </a:endParaRPr>
          </a:p>
        </p:txBody>
      </p:sp>
      <p:sp>
        <p:nvSpPr>
          <p:cNvPr id="16" name="detail-3"/>
          <p:cNvSpPr/>
          <p:nvPr/>
        </p:nvSpPr>
        <p:spPr>
          <a:xfrm>
            <a:off x="5800725" y="4981575"/>
            <a:ext cx="57054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7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/>
              <a:t>ပို့ဆောင်သူတွေ သိထားတဲ့ ဖြတ်လမ်းနဲ့ လမ်းသတင်း</a:t>
            </a:r>
            <a:endParaRPr sz="2175" b="0">
              <a:solidFill>
                <a:srgbClr val="726457"/>
              </a:solidFill>
              <a:latin typeface="Padauk"/>
              <a:ea typeface="Padauk"/>
              <a:cs typeface="Padauk"/>
            </a:endParaRPr>
          </a:p>
        </p:txBody>
      </p:sp>
      <p:sp>
        <p:nvSpPr>
          <p:cNvPr id="17" name="limit"/>
          <p:cNvSpPr/>
          <p:nvPr/>
        </p:nvSpPr>
        <p:spPr>
          <a:xfrm>
            <a:off x="685800" y="587692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1pPr>
            <a:lvl2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2pPr>
            <a:lvl3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3pPr>
            <a:lvl4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4pPr>
            <a:lvl5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5pPr>
            <a:lvl6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6pPr>
            <a:lvl7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7pPr>
            <a:lvl8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8pPr>
            <a:lvl9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18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 sz="1875" b="0">
                <a:solidFill>
                  <a:srgbClr val="B94D2B"/>
                </a:solidFill>
                <a:latin typeface="Padauk"/>
                <a:ea typeface="Padauk"/>
                <a:cs typeface="Padauk"/>
              </a:rPr>
              <a:t>ရတဲ့သတင်းအချက်အလက်တွေနဲ့ လမ်းကြောင်း အကြံပြုတယ်။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1219200"/>
            <a:ext cx="419100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Who it’s</a:t>
            </a:r>
          </a:p>
          <a:p>
            <a:pPr algn="l">
              <a:def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for</a:t>
            </a:r>
          </a:p>
        </p:txBody>
      </p:sp>
      <p:sp>
        <p:nvSpPr>
          <p:cNvPr id="4" name="target"/>
          <p:cNvSpPr/>
          <p:nvPr/>
        </p:nvSpPr>
        <p:spPr>
          <a:xfrm>
            <a:off x="685800" y="4019550"/>
            <a:ext cx="41910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1pPr>
            <a:lvl2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2pPr>
            <a:lvl3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3pPr>
            <a:lvl4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4pPr>
            <a:lvl5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5pPr>
            <a:lvl6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6pPr>
            <a:lvl7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7pPr>
            <a:lvl8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8pPr>
            <a:lvl9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/>
              <a:t>Delivery processမှာ</a:t>
            </a:r>
          </a:p>
          <a:p>
            <a:pPr algn="l">
              <a:defRPr sz="2475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/>
              <a:t>ပါဝင်တဲ့သူ အားလုံးအတွက်</a:t>
            </a:r>
          </a:p>
        </p:txBody>
      </p:sp>
      <p:sp>
        <p:nvSpPr>
          <p:cNvPr id="5" name="user-rule-0"/>
          <p:cNvSpPr/>
          <p:nvPr/>
        </p:nvSpPr>
        <p:spPr>
          <a:xfrm>
            <a:off x="5381625" y="1209675"/>
            <a:ext cx="6124575" cy="953"/>
          </a:xfrm>
          <a:prstGeom prst="line">
            <a:avLst/>
          </a:prstGeom>
          <a:noFill/>
          <a:ln w="14288">
            <a:solidFill>
              <a:srgbClr val="E4D6C4"/>
            </a:solidFill>
            <a:prstDash val="solid"/>
          </a:ln>
        </p:spPr>
      </p:sp>
      <p:sp>
        <p:nvSpPr>
          <p:cNvPr id="6" name="user-0"/>
          <p:cNvSpPr/>
          <p:nvPr/>
        </p:nvSpPr>
        <p:spPr>
          <a:xfrm>
            <a:off x="5381625" y="1371600"/>
            <a:ext cx="61245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3000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ပို့ဆောင်ရေးလုပ်ငန်း</a:t>
            </a:r>
          </a:p>
        </p:txBody>
      </p:sp>
      <p:sp>
        <p:nvSpPr>
          <p:cNvPr id="7" name="need-0"/>
          <p:cNvSpPr/>
          <p:nvPr/>
        </p:nvSpPr>
        <p:spPr>
          <a:xfrm>
            <a:off x="5381625" y="2076450"/>
            <a:ext cx="61245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02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အော်ဒါခွဲပေးပြီး အလုပ်အခြေအနေ ကြည့်ဖို့</a:t>
            </a:r>
          </a:p>
        </p:txBody>
      </p:sp>
      <p:sp>
        <p:nvSpPr>
          <p:cNvPr id="8" name="user-rule-1"/>
          <p:cNvSpPr/>
          <p:nvPr/>
        </p:nvSpPr>
        <p:spPr>
          <a:xfrm>
            <a:off x="5381625" y="2790825"/>
            <a:ext cx="6124575" cy="953"/>
          </a:xfrm>
          <a:prstGeom prst="line">
            <a:avLst/>
          </a:prstGeom>
          <a:noFill/>
          <a:ln w="14288">
            <a:solidFill>
              <a:srgbClr val="E4D6C4"/>
            </a:solidFill>
            <a:prstDash val="solid"/>
          </a:ln>
        </p:spPr>
      </p:sp>
      <p:sp>
        <p:nvSpPr>
          <p:cNvPr id="9" name="user-1"/>
          <p:cNvSpPr/>
          <p:nvPr/>
        </p:nvSpPr>
        <p:spPr>
          <a:xfrm>
            <a:off x="5381625" y="2952750"/>
            <a:ext cx="61245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3000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ပစ္စည်းပို့တဲ့သူ</a:t>
            </a:r>
          </a:p>
        </p:txBody>
      </p:sp>
      <p:sp>
        <p:nvSpPr>
          <p:cNvPr id="10" name="need-1"/>
          <p:cNvSpPr/>
          <p:nvPr/>
        </p:nvSpPr>
        <p:spPr>
          <a:xfrm>
            <a:off x="5381625" y="3657600"/>
            <a:ext cx="61245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02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ကိုယ့်အလုပ်နဲ့ သွားရမယ့်လမ်းကို ကြည့်ဖို့</a:t>
            </a:r>
          </a:p>
        </p:txBody>
      </p:sp>
      <p:sp>
        <p:nvSpPr>
          <p:cNvPr id="11" name="user-rule-2"/>
          <p:cNvSpPr/>
          <p:nvPr/>
        </p:nvSpPr>
        <p:spPr>
          <a:xfrm>
            <a:off x="5381625" y="4371975"/>
            <a:ext cx="6124575" cy="953"/>
          </a:xfrm>
          <a:prstGeom prst="line">
            <a:avLst/>
          </a:prstGeom>
          <a:noFill/>
          <a:ln w="14288">
            <a:solidFill>
              <a:srgbClr val="E4D6C4"/>
            </a:solidFill>
            <a:prstDash val="solid"/>
          </a:ln>
        </p:spPr>
      </p:sp>
      <p:sp>
        <p:nvSpPr>
          <p:cNvPr id="12" name="user-2"/>
          <p:cNvSpPr/>
          <p:nvPr/>
        </p:nvSpPr>
        <p:spPr>
          <a:xfrm>
            <a:off x="5381625" y="4533900"/>
            <a:ext cx="61245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1pPr>
            <a:lvl2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2pPr>
            <a:lvl3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3pPr>
            <a:lvl4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4pPr>
            <a:lvl5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5pPr>
            <a:lvl6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6pPr>
            <a:lvl7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7pPr>
            <a:lvl8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8pPr>
            <a:lvl9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000" b="1">
                <a:solidFill>
                  <a:srgbClr val="342A25"/>
                </a:solidFill>
                <a:latin typeface="Padauk"/>
                <a:ea typeface="Padauk"/>
                <a:cs typeface="Padauk"/>
              </a:defRPr>
            </a:pPr>
            <a:r>
              <a:rPr sz="3000" b="1">
                <a:solidFill>
                  <a:srgbClr val="342A25"/>
                </a:solidFill>
                <a:latin typeface="Padauk"/>
                <a:ea typeface="Padauk"/>
                <a:cs typeface="Padauk"/>
              </a:rPr>
              <a:t>ပစ္စည်းလက်ခံမယ့်သူ</a:t>
            </a:r>
          </a:p>
        </p:txBody>
      </p:sp>
      <p:sp>
        <p:nvSpPr>
          <p:cNvPr id="13" name="need-2"/>
          <p:cNvSpPr/>
          <p:nvPr/>
        </p:nvSpPr>
        <p:spPr>
          <a:xfrm>
            <a:off x="5381625" y="5238750"/>
            <a:ext cx="61245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1pPr>
            <a:lvl2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2pPr>
            <a:lvl3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3pPr>
            <a:lvl4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4pPr>
            <a:lvl5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5pPr>
            <a:lvl6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6pPr>
            <a:lvl7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7pPr>
            <a:lvl8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8pPr>
            <a:lvl9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025" b="0">
                <a:solidFill>
                  <a:srgbClr val="726457"/>
                </a:solidFill>
                <a:latin typeface="Padauk"/>
                <a:ea typeface="Padauk"/>
                <a:cs typeface="Padauk"/>
              </a:defRPr>
            </a:pPr>
            <a:r>
              <a:rPr sz="2025" b="0">
                <a:solidFill>
                  <a:srgbClr val="726457"/>
                </a:solidFill>
                <a:latin typeface="Padauk"/>
                <a:ea typeface="Padauk"/>
                <a:cs typeface="Padauk"/>
              </a:rPr>
              <a:t>ပို့ဆောင်မှု ဘယ်အဆင့်ရောက်လဲ သိဖို့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2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981075"/>
            <a:ext cx="1066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rPr>
              <a:t>Why choose Oern?</a:t>
            </a:r>
          </a:p>
        </p:txBody>
      </p:sp>
      <p:sp>
        <p:nvSpPr>
          <p:cNvPr id="4" name="value-rule-0"/>
          <p:cNvSpPr/>
          <p:nvPr/>
        </p:nvSpPr>
        <p:spPr>
          <a:xfrm>
            <a:off x="685800" y="253365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5" name="value-0"/>
          <p:cNvSpPr/>
          <p:nvPr/>
        </p:nvSpPr>
        <p:spPr>
          <a:xfrm>
            <a:off x="685800" y="265747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Historical Traffic (YUTRA Data)</a:t>
            </a:r>
          </a:p>
        </p:txBody>
      </p:sp>
      <p:sp>
        <p:nvSpPr>
          <p:cNvPr id="6" name="value-detail-0"/>
          <p:cNvSpPr/>
          <p:nvPr/>
        </p:nvSpPr>
        <p:spPr>
          <a:xfrm>
            <a:off x="5934075" y="2657475"/>
            <a:ext cx="5910413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ရန်ကုန်မြို့ရဲ့ ယာဉ်ကြောပိတ်ဆို့မှု မှတ်တမ်းအပေါ် မူတည်ပြီး ခရီးသွားချိန်ကို တိတိကျကျ ခန့်မှန်းပေးခြင်း</a:t>
            </a:r>
          </a:p>
        </p:txBody>
      </p:sp>
      <p:sp>
        <p:nvSpPr>
          <p:cNvPr id="7" name="value-rule-1"/>
          <p:cNvSpPr/>
          <p:nvPr/>
        </p:nvSpPr>
        <p:spPr>
          <a:xfrm>
            <a:off x="685800" y="373380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8" name="value-1"/>
          <p:cNvSpPr/>
          <p:nvPr/>
        </p:nvSpPr>
        <p:spPr>
          <a:xfrm>
            <a:off x="685800" y="385762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Live Hazard &amp; Detour Routing</a:t>
            </a:r>
          </a:p>
        </p:txBody>
      </p:sp>
      <p:sp>
        <p:nvSpPr>
          <p:cNvPr id="9" name="value-detail-1"/>
          <p:cNvSpPr/>
          <p:nvPr/>
        </p:nvSpPr>
        <p:spPr>
          <a:xfrm>
            <a:off x="5934075" y="4000500"/>
            <a:ext cx="600888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မီးလောင်လမ်းပိတ်ခြင်း၊ ရေကြီးခြင်းနဲ့ မတော်တဆမှုများရှိပါက ရှောင်တဲ့လမ်း သို့ ချက်ချင်းပြောင်းလဲပေးခြင်း</a:t>
            </a:r>
          </a:p>
        </p:txBody>
      </p:sp>
      <p:sp>
        <p:nvSpPr>
          <p:cNvPr id="10" name="value-rule-2"/>
          <p:cNvSpPr/>
          <p:nvPr/>
        </p:nvSpPr>
        <p:spPr>
          <a:xfrm>
            <a:off x="685800" y="493395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11" name="value-2"/>
          <p:cNvSpPr/>
          <p:nvPr/>
        </p:nvSpPr>
        <p:spPr>
          <a:xfrm>
            <a:off x="685800" y="505777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Multi-Stop Route Optimization (ALNS)</a:t>
            </a:r>
          </a:p>
        </p:txBody>
      </p:sp>
      <p:sp>
        <p:nvSpPr>
          <p:cNvPr id="12" name="value-detail-2"/>
          <p:cNvSpPr/>
          <p:nvPr/>
        </p:nvSpPr>
        <p:spPr>
          <a:xfrm>
            <a:off x="5934075" y="5181600"/>
            <a:ext cx="6592307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အော်ဒါများစွာအတွက် အချိန်နဲ့ ကုန်ကျစရိတ် အသက်သာဆုံးဖြစ်မယ့် လမ်းကြောင်းအလိုက် စီစဉ်ပေးခြင်း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2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6F0E5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58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E4D6C4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59" name="title"/>
          <p:cNvSpPr/>
          <p:nvPr/>
        </p:nvSpPr>
        <p:spPr>
          <a:xfrm>
            <a:off x="685800" y="981075"/>
            <a:ext cx="1066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6F0E5"/>
                </a:solidFill>
                <a:latin typeface="Nimbus Sans"/>
                <a:ea typeface="Nimbus Sans"/>
                <a:cs typeface="Nimbus Sans"/>
              </a:rPr>
              <a:t>Why choose Oern?</a:t>
            </a:r>
          </a:p>
        </p:txBody>
      </p:sp>
      <p:sp>
        <p:nvSpPr>
          <p:cNvPr id="60" name="value-rule-0"/>
          <p:cNvSpPr/>
          <p:nvPr/>
        </p:nvSpPr>
        <p:spPr>
          <a:xfrm>
            <a:off x="685800" y="253365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61" name="value-0"/>
          <p:cNvSpPr/>
          <p:nvPr/>
        </p:nvSpPr>
        <p:spPr>
          <a:xfrm>
            <a:off x="685800" y="265747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Fuel Aware Routing</a:t>
            </a:r>
          </a:p>
        </p:txBody>
      </p:sp>
      <p:sp>
        <p:nvSpPr>
          <p:cNvPr id="62" name="value-detail-0"/>
          <p:cNvSpPr/>
          <p:nvPr/>
        </p:nvSpPr>
        <p:spPr>
          <a:xfrm>
            <a:off x="5934075" y="2724150"/>
            <a:ext cx="5910413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ဆီစားသက်သာစေပြီး လိုအပ်ပါက အနီးဆုံး ဓာတ်ဆီဆိုင်သို့ လမ်းလွှဲညွှန်ပြပေးခြင်း</a:t>
            </a:r>
          </a:p>
        </p:txBody>
      </p:sp>
      <p:sp>
        <p:nvSpPr>
          <p:cNvPr id="63" name="value-rule-1"/>
          <p:cNvSpPr/>
          <p:nvPr/>
        </p:nvSpPr>
        <p:spPr>
          <a:xfrm>
            <a:off x="685800" y="373380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64" name="value-1"/>
          <p:cNvSpPr/>
          <p:nvPr/>
        </p:nvSpPr>
        <p:spPr>
          <a:xfrm>
            <a:off x="685800" y="385762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Traffic Signal Bypass</a:t>
            </a:r>
          </a:p>
        </p:txBody>
      </p:sp>
      <p:sp>
        <p:nvSpPr>
          <p:cNvPr id="65" name="value-detail-1"/>
          <p:cNvSpPr/>
          <p:nvPr/>
        </p:nvSpPr>
        <p:spPr>
          <a:xfrm>
            <a:off x="5897412" y="3924300"/>
            <a:ext cx="5823993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မီးပွိုင့်စောင့်ဆိုင်းချိန် လျှော့ချနိုင်မည့် လမ်းများ အကြံပြုခြင်း</a:t>
            </a:r>
          </a:p>
        </p:txBody>
      </p:sp>
      <p:sp>
        <p:nvSpPr>
          <p:cNvPr id="66" name="value-rule-2"/>
          <p:cNvSpPr/>
          <p:nvPr/>
        </p:nvSpPr>
        <p:spPr>
          <a:xfrm>
            <a:off x="685800" y="4933950"/>
            <a:ext cx="10820400" cy="953"/>
          </a:xfrm>
          <a:prstGeom prst="line">
            <a:avLst/>
          </a:prstGeom>
          <a:noFill/>
          <a:ln w="9525">
            <a:solidFill>
              <a:srgbClr val="715249"/>
            </a:solidFill>
            <a:prstDash val="solid"/>
          </a:ln>
        </p:spPr>
      </p:sp>
      <p:sp>
        <p:nvSpPr>
          <p:cNvPr id="67" name="value-2"/>
          <p:cNvSpPr/>
          <p:nvPr/>
        </p:nvSpPr>
        <p:spPr>
          <a:xfrm>
            <a:off x="685800" y="5057775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1pPr>
            <a:lvl2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2pPr>
            <a:lvl3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3pPr>
            <a:lvl4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4pPr>
            <a:lvl5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5pPr>
            <a:lvl6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6pPr>
            <a:lvl7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7pPr>
            <a:lvl8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8pPr>
            <a:lvl9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3150" b="1">
                <a:solidFill>
                  <a:srgbClr val="F6F0E5"/>
                </a:solidFill>
                <a:latin typeface="Padauk"/>
                <a:ea typeface="Padauk"/>
                <a:cs typeface="Padauk"/>
              </a:defRPr>
            </a:pPr>
            <a:r>
              <a:rPr/>
              <a:t>Flood &amp; Monsoon Risk Avoidance</a:t>
            </a:r>
          </a:p>
        </p:txBody>
      </p:sp>
      <p:sp>
        <p:nvSpPr>
          <p:cNvPr id="68" name="value-detail-2"/>
          <p:cNvSpPr/>
          <p:nvPr/>
        </p:nvSpPr>
        <p:spPr>
          <a:xfrm>
            <a:off x="5934075" y="5257800"/>
            <a:ext cx="6592307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1pPr>
            <a:lvl2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2pPr>
            <a:lvl3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3pPr>
            <a:lvl4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4pPr>
            <a:lvl5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5pPr>
            <a:lvl6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6pPr>
            <a:lvl7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7pPr>
            <a:lvl8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8pPr>
            <a:lvl9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100" b="0">
                <a:solidFill>
                  <a:srgbClr val="E4D6C4"/>
                </a:solidFill>
                <a:latin typeface="Padauk"/>
                <a:ea typeface="Padauk"/>
                <a:cs typeface="Padauk"/>
              </a:defRPr>
            </a:pPr>
            <a:r>
              <a:rPr/>
              <a:t>မိုးကြီးခြင်းနှင့် ရေကြီးတတ်သော လမ်းများကို ကြိုတင်ရှောင်ရှားခြင်း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3" name="team-label"/>
          <p:cNvSpPr/>
          <p:nvPr/>
        </p:nvSpPr>
        <p:spPr>
          <a:xfrm>
            <a:off x="685800" y="933450"/>
            <a:ext cx="104775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Our team (AI 01)</a:t>
            </a:r>
          </a:p>
        </p:txBody>
      </p:sp>
      <p:sp>
        <p:nvSpPr>
          <p:cNvPr id="4" name="team-name"/>
          <p:cNvSpPr/>
          <p:nvPr/>
        </p:nvSpPr>
        <p:spPr>
          <a:xfrm>
            <a:off x="685800" y="1676400"/>
            <a:ext cx="10715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427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OneErrorResumeNext</a:t>
            </a:r>
          </a:p>
        </p:txBody>
      </p:sp>
      <p:sp>
        <p:nvSpPr>
          <p:cNvPr id="5" name="person-rule-0"/>
          <p:cNvSpPr/>
          <p:nvPr/>
        </p:nvSpPr>
        <p:spPr>
          <a:xfrm>
            <a:off x="685800" y="294322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6" name="person-0"/>
          <p:cNvSpPr/>
          <p:nvPr/>
        </p:nvSpPr>
        <p:spPr>
          <a:xfrm>
            <a:off x="685800" y="302895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Thuriya Ye Naing</a:t>
            </a:r>
          </a:p>
        </p:txBody>
      </p:sp>
      <p:sp>
        <p:nvSpPr>
          <p:cNvPr id="7" name="role-0"/>
          <p:cNvSpPr/>
          <p:nvPr/>
        </p:nvSpPr>
        <p:spPr>
          <a:xfrm>
            <a:off x="4991100" y="303847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FSD</a:t>
            </a:r>
          </a:p>
        </p:txBody>
      </p:sp>
      <p:sp>
        <p:nvSpPr>
          <p:cNvPr id="8" name="person-rule-1"/>
          <p:cNvSpPr/>
          <p:nvPr/>
        </p:nvSpPr>
        <p:spPr>
          <a:xfrm>
            <a:off x="685800" y="368617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9" name="person-1"/>
          <p:cNvSpPr/>
          <p:nvPr/>
        </p:nvSpPr>
        <p:spPr>
          <a:xfrm>
            <a:off x="685800" y="377190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Shoon Lae Moe Oo</a:t>
            </a:r>
          </a:p>
        </p:txBody>
      </p:sp>
      <p:sp>
        <p:nvSpPr>
          <p:cNvPr id="10" name="role-1"/>
          <p:cNvSpPr/>
          <p:nvPr/>
        </p:nvSpPr>
        <p:spPr>
          <a:xfrm>
            <a:off x="4991100" y="378142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PO</a:t>
            </a:r>
          </a:p>
        </p:txBody>
      </p:sp>
      <p:sp>
        <p:nvSpPr>
          <p:cNvPr id="11" name="person-rule-2"/>
          <p:cNvSpPr/>
          <p:nvPr/>
        </p:nvSpPr>
        <p:spPr>
          <a:xfrm>
            <a:off x="685800" y="442912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12" name="person-2"/>
          <p:cNvSpPr/>
          <p:nvPr/>
        </p:nvSpPr>
        <p:spPr>
          <a:xfrm>
            <a:off x="685800" y="451485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Moe Thura Aung</a:t>
            </a:r>
          </a:p>
        </p:txBody>
      </p:sp>
      <p:sp>
        <p:nvSpPr>
          <p:cNvPr id="13" name="role-2"/>
          <p:cNvSpPr/>
          <p:nvPr/>
        </p:nvSpPr>
        <p:spPr>
          <a:xfrm>
            <a:off x="4991100" y="452437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FE</a:t>
            </a:r>
          </a:p>
        </p:txBody>
      </p:sp>
      <p:sp>
        <p:nvSpPr>
          <p:cNvPr id="14" name="person-rule-3"/>
          <p:cNvSpPr/>
          <p:nvPr/>
        </p:nvSpPr>
        <p:spPr>
          <a:xfrm>
            <a:off x="685800" y="517207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15" name="person-3"/>
          <p:cNvSpPr/>
          <p:nvPr/>
        </p:nvSpPr>
        <p:spPr>
          <a:xfrm>
            <a:off x="685800" y="525780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Wint Khant Lin</a:t>
            </a:r>
          </a:p>
        </p:txBody>
      </p:sp>
      <p:sp>
        <p:nvSpPr>
          <p:cNvPr id="16" name="role-3"/>
          <p:cNvSpPr/>
          <p:nvPr/>
        </p:nvSpPr>
        <p:spPr>
          <a:xfrm>
            <a:off x="4991100" y="526732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PD</a:t>
            </a:r>
          </a:p>
        </p:txBody>
      </p:sp>
      <p:sp>
        <p:nvSpPr>
          <p:cNvPr id="17" name="person-rule-4"/>
          <p:cNvSpPr/>
          <p:nvPr/>
        </p:nvSpPr>
        <p:spPr>
          <a:xfrm>
            <a:off x="6267450" y="294322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18" name="person-4"/>
          <p:cNvSpPr/>
          <p:nvPr/>
        </p:nvSpPr>
        <p:spPr>
          <a:xfrm>
            <a:off x="6267450" y="302895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Hnin Thiri</a:t>
            </a:r>
          </a:p>
        </p:txBody>
      </p:sp>
      <p:sp>
        <p:nvSpPr>
          <p:cNvPr id="19" name="role-4"/>
          <p:cNvSpPr/>
          <p:nvPr/>
        </p:nvSpPr>
        <p:spPr>
          <a:xfrm>
            <a:off x="10572750" y="303847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QA</a:t>
            </a:r>
          </a:p>
        </p:txBody>
      </p:sp>
      <p:sp>
        <p:nvSpPr>
          <p:cNvPr id="20" name="person-rule-5"/>
          <p:cNvSpPr/>
          <p:nvPr/>
        </p:nvSpPr>
        <p:spPr>
          <a:xfrm>
            <a:off x="6267450" y="368617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21" name="person-5"/>
          <p:cNvSpPr/>
          <p:nvPr/>
        </p:nvSpPr>
        <p:spPr>
          <a:xfrm>
            <a:off x="6267450" y="377190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Thant Thiha</a:t>
            </a:r>
          </a:p>
        </p:txBody>
      </p:sp>
      <p:sp>
        <p:nvSpPr>
          <p:cNvPr id="22" name="role-5"/>
          <p:cNvSpPr/>
          <p:nvPr/>
        </p:nvSpPr>
        <p:spPr>
          <a:xfrm>
            <a:off x="10572750" y="378142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FE</a:t>
            </a:r>
          </a:p>
        </p:txBody>
      </p:sp>
      <p:sp>
        <p:nvSpPr>
          <p:cNvPr id="23" name="person-rule-6"/>
          <p:cNvSpPr/>
          <p:nvPr/>
        </p:nvSpPr>
        <p:spPr>
          <a:xfrm>
            <a:off x="6267450" y="442912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24" name="person-6"/>
          <p:cNvSpPr/>
          <p:nvPr/>
        </p:nvSpPr>
        <p:spPr>
          <a:xfrm>
            <a:off x="6267450" y="451485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Thae Hnin Zaw</a:t>
            </a:r>
          </a:p>
        </p:txBody>
      </p:sp>
      <p:sp>
        <p:nvSpPr>
          <p:cNvPr id="25" name="role-6"/>
          <p:cNvSpPr/>
          <p:nvPr/>
        </p:nvSpPr>
        <p:spPr>
          <a:xfrm>
            <a:off x="10572750" y="452437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BO</a:t>
            </a:r>
          </a:p>
        </p:txBody>
      </p:sp>
      <p:sp>
        <p:nvSpPr>
          <p:cNvPr id="26" name="person-rule-7"/>
          <p:cNvSpPr/>
          <p:nvPr/>
        </p:nvSpPr>
        <p:spPr>
          <a:xfrm>
            <a:off x="6267450" y="5172075"/>
            <a:ext cx="5238750" cy="953"/>
          </a:xfrm>
          <a:prstGeom prst="line">
            <a:avLst/>
          </a:prstGeom>
          <a:noFill/>
          <a:ln w="9525">
            <a:solidFill>
              <a:srgbClr val="E4D6C4"/>
            </a:solidFill>
            <a:prstDash val="solid"/>
          </a:ln>
        </p:spPr>
      </p:sp>
      <p:sp>
        <p:nvSpPr>
          <p:cNvPr id="27" name="person-7"/>
          <p:cNvSpPr/>
          <p:nvPr/>
        </p:nvSpPr>
        <p:spPr>
          <a:xfrm>
            <a:off x="6267450" y="5257800"/>
            <a:ext cx="4191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Htet Wunna</a:t>
            </a:r>
          </a:p>
        </p:txBody>
      </p:sp>
      <p:sp>
        <p:nvSpPr>
          <p:cNvPr id="28" name="role-7"/>
          <p:cNvSpPr/>
          <p:nvPr/>
        </p:nvSpPr>
        <p:spPr>
          <a:xfrm>
            <a:off x="10572750" y="5267325"/>
            <a:ext cx="933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rand"/>
          <p:cNvSpPr/>
          <p:nvPr/>
        </p:nvSpPr>
        <p:spPr>
          <a:xfrm>
            <a:off x="685800" y="323850"/>
            <a:ext cx="1428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B94D2B"/>
                </a:solidFill>
                <a:latin typeface="Nimbus Sans"/>
                <a:ea typeface="Nimbus Sans"/>
                <a:cs typeface="Nimbus Sans"/>
              </a:rPr>
              <a:t>Oern</a:t>
            </a:r>
          </a:p>
        </p:txBody>
      </p:sp>
      <p:sp>
        <p:nvSpPr>
          <p:cNvPr id="2" name="page"/>
          <p:cNvSpPr/>
          <p:nvPr/>
        </p:nvSpPr>
        <p:spPr>
          <a:xfrm>
            <a:off x="11049000" y="342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def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26457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3" name="demo-title"/>
          <p:cNvSpPr/>
          <p:nvPr/>
        </p:nvSpPr>
        <p:spPr>
          <a:xfrm>
            <a:off x="685800" y="1657350"/>
            <a:ext cx="10763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>
                <a:solidFill>
                  <a:srgbClr val="342A25"/>
                </a:solidFill>
                <a:latin typeface="Nimbus Sans"/>
                <a:ea typeface="Nimbus Sans"/>
                <a:cs typeface="Nimbus Sans"/>
              </a:rPr>
              <a:t>Let’s see Oern</a:t>
            </a:r>
          </a:p>
        </p:txBody>
      </p:sp>
      <p:sp>
        <p:nvSpPr>
          <p:cNvPr id="4" name="demo-time"/>
          <p:cNvSpPr/>
          <p:nvPr/>
        </p:nvSpPr>
        <p:spPr>
          <a:xfrm>
            <a:off x="685800" y="4629150"/>
            <a:ext cx="85725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lvl1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1pPr>
            <a:lvl2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2pPr>
            <a:lvl3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3pPr>
            <a:lvl4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4pPr>
            <a:lvl5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5pPr>
            <a:lvl6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6pPr>
            <a:lvl7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7pPr>
            <a:lvl8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8pPr>
            <a:lvl9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lvl9pPr>
          </a:lstStyle>
          <a:p>
            <a:pPr algn="l">
              <a:defRPr sz="2850" b="0">
                <a:solidFill>
                  <a:srgbClr val="B94D2B"/>
                </a:solidFill>
                <a:latin typeface="Padauk"/>
                <a:ea typeface="Padauk"/>
                <a:cs typeface="Padauk"/>
              </a:defRPr>
            </a:pPr>
            <a:r>
              <a:rPr sz="2850" b="0">
                <a:solidFill>
                  <a:srgbClr val="B94D2B"/>
                </a:solidFill>
                <a:latin typeface="Padauk"/>
                <a:ea typeface="Padauk"/>
                <a:cs typeface="Padauk"/>
              </a:rPr>
              <a:t>Demo</a:t>
            </a:r>
            <a:endParaRPr sz="2850" b="0">
              <a:solidFill>
                <a:srgbClr val="B94D2B"/>
              </a:solidFill>
              <a:latin typeface="Padauk"/>
              <a:ea typeface="Padauk"/>
              <a:cs typeface="Padauk"/>
            </a:endParaRPr>
          </a:p>
        </p:txBody>
      </p:sp>
      <p:pic>
        <p:nvPicPr>
          <p:cNvPr id="5" name="Shap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248900" y="4991100"/>
            <a:ext cx="1257300" cy="1257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hatGPT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b" rotWithShape="1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 algn="b" rotWithShape="1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 algn="b" rotWithShape="1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 algn="b" rotWithShape="1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 algn="b" rotWithShape="1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 algn="b" rotWithShape="1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 algn="b" rotWithShape="1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hatGPT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b" rotWithShape="1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 algn="b" rotWithShape="1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 algn="b" rotWithShape="1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 algn="b" rotWithShape="1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 algn="b" rotWithShape="1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 algn="b" rotWithShape="1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 algn="b" rotWithShape="1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9</Slides>
  <Notes>9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2026-10-23T06:24:48.7210000Z</dcterms:created>
  <dcterms:modified xsi:type="dcterms:W3CDTF">2026-10-23T06:24:48.7210000Z</dcterms:modified>
</cp:coreProperties>
</file>